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de679dc67b1465d" /><Relationship Type="http://schemas.openxmlformats.org/officeDocument/2006/relationships/extended-properties" Target="/docProps/app.xml" Id="R32d59c50cd874e92" /><Relationship Type="http://schemas.openxmlformats.org/officeDocument/2006/relationships/officeDocument" Target="/ppt/presentation.xml" Id="R7db8f21816f0462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1f292247bf0499a"/>
  </p:sldMasterIdLst>
  <p:notesMasterIdLst>
    <p:notesMasterId xmlns:r="http://schemas.openxmlformats.org/officeDocument/2006/relationships" r:id="R152f933b838d43a2"/>
  </p:notesMasterIdLst>
  <p:sldIdLst>
    <p:sldId xmlns:r="http://schemas.openxmlformats.org/officeDocument/2006/relationships" id="256" r:id="R19cc91ecfeb14bc0"/>
    <p:sldId xmlns:r="http://schemas.openxmlformats.org/officeDocument/2006/relationships" id="257" r:id="Rc2e5fdcfd6d547cc"/>
    <p:sldId xmlns:r="http://schemas.openxmlformats.org/officeDocument/2006/relationships" id="258" r:id="R7791ed464826496f"/>
    <p:sldId xmlns:r="http://schemas.openxmlformats.org/officeDocument/2006/relationships" id="259" r:id="R1c90c60b47c94d2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83b01fee7354414" /><Relationship Type="http://schemas.openxmlformats.org/officeDocument/2006/relationships/slideMaster" Target="/ppt/slideMasters/slideMaster1.xml" Id="Rf1f292247bf0499a" /><Relationship Type="http://schemas.openxmlformats.org/officeDocument/2006/relationships/notesMaster" Target="/ppt/notesMasters/notesMaster1.xml" Id="R152f933b838d43a2" /><Relationship Type="http://schemas.openxmlformats.org/officeDocument/2006/relationships/presProps" Target="/ppt/presProps.xml" Id="R5e44e625e49e4d81" /><Relationship Type="http://schemas.openxmlformats.org/officeDocument/2006/relationships/tableStyles" Target="/ppt/tableStyles.xml" Id="Rebeaa5eefc034fd2" /><Relationship Type="http://schemas.openxmlformats.org/officeDocument/2006/relationships/slide" Target="/ppt/slides/slide1.xml" Id="R19cc91ecfeb14bc0" /><Relationship Type="http://schemas.openxmlformats.org/officeDocument/2006/relationships/slide" Target="/ppt/slides/slide2.xml" Id="Rc2e5fdcfd6d547cc" /><Relationship Type="http://schemas.openxmlformats.org/officeDocument/2006/relationships/slide" Target="/ppt/slides/slide3.xml" Id="R7791ed464826496f" /><Relationship Type="http://schemas.openxmlformats.org/officeDocument/2006/relationships/slide" Target="/ppt/slides/slide4.xml" Id="R1c90c60b47c94d2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e70d7d6a676404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b17c2ccb58f48ca" /><Relationship Type="http://schemas.openxmlformats.org/officeDocument/2006/relationships/notesMaster" Target="/ppt/notesMasters/notesMaster1.xml" Id="R1610bbff4d2b479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9c6702295644015" /><Relationship Type="http://schemas.openxmlformats.org/officeDocument/2006/relationships/notesMaster" Target="/ppt/notesMasters/notesMaster1.xml" Id="Rb71923c5669d492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1228072053946e1" /><Relationship Type="http://schemas.openxmlformats.org/officeDocument/2006/relationships/notesMaster" Target="/ppt/notesMasters/notesMaster1.xml" Id="R7decffd4e1094c0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97c65d70e194302" /><Relationship Type="http://schemas.openxmlformats.org/officeDocument/2006/relationships/notesMaster" Target="/ppt/notesMasters/notesMaster1.xml" Id="R46d57ad767bd472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Alle inhoud in deze presentatie is synthetische testdata en heeft geen betekenis buiten ticket 354.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 data zijn uitsluitend ontworpen voor reproduceerbare acceptatietests.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Canaryterm IJsvogelkompas 73. Verwachte broncode PGB354-PPT-001.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Controlelijst voor de PGB Preview-pilot.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ffaddd386d494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850e78425bd4ccb" /><Relationship Type="http://schemas.openxmlformats.org/officeDocument/2006/relationships/slideLayout" Target="/ppt/slideLayouts/slideLayout1.xml" Id="Rad2b5c87b1c8402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d2b5c87b1c8402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c137eb352843b8" /><Relationship Type="http://schemas.openxmlformats.org/officeDocument/2006/relationships/notesSlide" Target="/ppt/notesSlides/notesSlide1.xml" Id="R2bf654fe0868442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9186448b224963" /><Relationship Type="http://schemas.openxmlformats.org/officeDocument/2006/relationships/notesSlide" Target="/ppt/notesSlides/notesSlide2.xml" Id="Rd67ce300ce624ac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d2108dffd84692" /><Relationship Type="http://schemas.openxmlformats.org/officeDocument/2006/relationships/notesSlide" Target="/ppt/notesSlides/notesSlide3.xml" Id="R51de5a40d180489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1ca463754e487e" /><Relationship Type="http://schemas.openxmlformats.org/officeDocument/2006/relationships/notesSlide" Target="/ppt/notesSlides/notesSlide4.xml" Id="R297ba12fe1a84b8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BDE8DF-7DB3-4637-9A07-A59BB49DF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96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9636E"/>
                </a:solidFill>
                <a:latin typeface="Helvetica Neue"/>
                <a:ea typeface="Helvetica Neue"/>
                <a:cs typeface="Helvetica Neue"/>
              </a:rPr>
              <a:t>PGB Preview-pilot  |  PGB354-PPT-001  |  synthetische fixture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65DAEF-B712-4E7C-B99A-6044BA6B7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28750"/>
            <a:ext cx="10591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736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3750" b="1">
                <a:solidFill>
                  <a:srgbClr val="17365D"/>
                </a:solidFill>
                <a:latin typeface="Helvetica Neue"/>
                <a:ea typeface="Helvetica Neue"/>
                <a:cs typeface="Helvetica Neue"/>
              </a:rPr>
              <a:t>Kwartaalplanning oktober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E1E5E3-1C75-4371-B0D3-2CF563805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76500"/>
            <a:ext cx="10191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5181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15181D"/>
                </a:solidFill>
                <a:latin typeface="Helvetica Neue"/>
                <a:ea typeface="Helvetica Neue"/>
                <a:cs typeface="Helvetica Neue"/>
              </a:rPr>
              <a:t>Fixture voor lijst, preview, locator en fondsbrede retrieval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9AAFAA-D999-4D48-831B-C09BAD5CF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14750"/>
            <a:ext cx="5524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96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9636E"/>
                </a:solidFill>
                <a:latin typeface="Helvetica Neue"/>
                <a:ea typeface="Helvetica Neue"/>
                <a:cs typeface="Helvetica Neue"/>
              </a:rPr>
              <a:t>Doel PGB Preview-pilot</a:t>
            </a:r>
          </a:p>
          <a:p xmlns:a="http://schemas.openxmlformats.org/drawingml/2006/main">
            <a:pPr>
              <a:defRPr sz="1500" b="0">
                <a:solidFill>
                  <a:srgbClr val="596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9636E"/>
                </a:solidFill>
                <a:latin typeface="Helvetica Neue"/>
                <a:ea typeface="Helvetica Neue"/>
                <a:cs typeface="Helvetica Neue"/>
              </a:rPr>
              <a:t>Eigenaar M365 pilotteam</a:t>
            </a:r>
          </a:p>
          <a:p xmlns:a="http://schemas.openxmlformats.org/drawingml/2006/main">
            <a:pPr>
              <a:defRPr sz="1500" b="0">
                <a:solidFill>
                  <a:srgbClr val="596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9636E"/>
                </a:solidFill>
                <a:latin typeface="Helvetica Neue"/>
                <a:ea typeface="Helvetica Neue"/>
                <a:cs typeface="Helvetica Neue"/>
              </a:rPr>
              <a:t>Herziening 10 december 2026</a:t>
            </a:r>
          </a:p>
        </p:txBody>
      </p:sp>
    </p:spTree>
    <p:extLst>
      <p:ext uri="{BB962C8B-B14F-4D97-AF65-F5344CB8AC3E}">
        <p14:creationId xmlns:p14="http://schemas.microsoft.com/office/powerpoint/2010/main" val="50508061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ADE607-0463-4B85-B578-44B145E53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96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9636E"/>
                </a:solidFill>
                <a:latin typeface="Helvetica Neue"/>
                <a:ea typeface="Helvetica Neue"/>
                <a:cs typeface="Helvetica Neue"/>
              </a:rPr>
              <a:t>PGB Preview-pilot  |  PGB354-PPT-001  |  synthetische fixture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BD86C4-89A8-488F-83C6-797D7D1CE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36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7365D"/>
                </a:solidFill>
                <a:latin typeface="Helvetica Neue"/>
                <a:ea typeface="Helvetica Neue"/>
                <a:cs typeface="Helvetica Neue"/>
              </a:rPr>
              <a:t>Planning voor de acceptatieronde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2D7CE3-E9E8-41DD-B6F0-1B9AABD28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5181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5181D"/>
                </a:solidFill>
                <a:latin typeface="Helvetica Neue"/>
                <a:ea typeface="Helvetica Neue"/>
                <a:cs typeface="Helvetica Neue"/>
              </a:rPr>
              <a:t>14 oktober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0F39DC-3BA1-4CF8-BE7B-22E665FEE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80975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5181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5181D"/>
                </a:solidFill>
                <a:latin typeface="Helvetica Neue"/>
                <a:ea typeface="Helvetica Neue"/>
                <a:cs typeface="Helvetica Neue"/>
              </a:rPr>
              <a:t>Basisronde met lijst en preview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46146D-D045-414A-9DE9-00145D8CE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05125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5181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5181D"/>
                </a:solidFill>
                <a:latin typeface="Helvetica Neue"/>
                <a:ea typeface="Helvetica Neue"/>
                <a:cs typeface="Helvetica Neue"/>
              </a:rPr>
              <a:t>20 oktober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AD1958-2C67-42A4-BDEA-0581D1E3E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905125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5181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5181D"/>
                </a:solidFill>
                <a:latin typeface="Helvetica Neue"/>
                <a:ea typeface="Helvetica Neue"/>
                <a:cs typeface="Helvetica Neue"/>
              </a:rPr>
              <a:t>Mutaties, versiecontrole en rechtenproef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61AA67-40AB-42FA-B783-8FF091DE8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5181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5181D"/>
                </a:solidFill>
                <a:latin typeface="Helvetica Neue"/>
                <a:ea typeface="Helvetica Neue"/>
                <a:cs typeface="Helvetica Neue"/>
              </a:rPr>
              <a:t>23 oktober 2026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ACB4C8-2287-442E-80D7-6566A43BC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0005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5181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5181D"/>
                </a:solidFill>
                <a:latin typeface="Helvetica Neue"/>
                <a:ea typeface="Helvetica Neue"/>
                <a:cs typeface="Helvetica Neue"/>
              </a:rPr>
              <a:t>Oefenbesluit en volledige reset</a:t>
            </a:r>
          </a:p>
        </p:txBody>
      </p:sp>
    </p:spTree>
    <p:extLst>
      <p:ext uri="{BB962C8B-B14F-4D97-AF65-F5344CB8AC3E}">
        <p14:creationId xmlns:p14="http://schemas.microsoft.com/office/powerpoint/2010/main" val="154372517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9180CB-29C5-41E3-B8C1-06B4C571B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96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9636E"/>
                </a:solidFill>
                <a:latin typeface="Helvetica Neue"/>
                <a:ea typeface="Helvetica Neue"/>
                <a:cs typeface="Helvetica Neue"/>
              </a:rPr>
              <a:t>PGB Preview-pilot  |  PGB354-PPT-001  |  synthetische fixture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3B800E-5D29-49FE-B134-C0C93AA87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36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7365D"/>
                </a:solidFill>
                <a:latin typeface="Helvetica Neue"/>
                <a:ea typeface="Helvetica Neue"/>
                <a:cs typeface="Helvetica Neue"/>
              </a:rPr>
              <a:t>Oefenbesluit IJsvogelkompas 73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5889E1-E300-48C3-A30D-81C81C634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438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596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59636E"/>
                </a:solidFill>
                <a:latin typeface="Helvetica Neue"/>
                <a:ea typeface="Helvetica Neue"/>
                <a:cs typeface="Helvetica Neue"/>
              </a:rPr>
              <a:t>Verwacht antwoordfeit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963E2A-E3CA-4D48-86C1-AE9BF4498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81250"/>
            <a:ext cx="9906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5181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15181D"/>
                </a:solidFill>
                <a:latin typeface="Helvetica Neue"/>
                <a:ea typeface="Helvetica Neue"/>
                <a:cs typeface="Helvetica Neue"/>
              </a:rPr>
              <a:t>Het oefenbesluit voor IJsvogelkompas 73 staat gepland op 23 oktober 2026.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292BEB-EC32-42CD-93C6-243387BBA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33875"/>
            <a:ext cx="10001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96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9636E"/>
                </a:solidFill>
                <a:latin typeface="Helvetica Neue"/>
                <a:ea typeface="Helvetica Neue"/>
                <a:cs typeface="Helvetica Neue"/>
              </a:rPr>
              <a:t>Verwachte locator: dia 3. Een fondsbrede vraag combineert dit feit met de hersteltermijn uit PGB354-DOC-001.</a:t>
            </a:r>
          </a:p>
        </p:txBody>
      </p:sp>
    </p:spTree>
    <p:extLst>
      <p:ext uri="{BB962C8B-B14F-4D97-AF65-F5344CB8AC3E}">
        <p14:creationId xmlns:p14="http://schemas.microsoft.com/office/powerpoint/2010/main" val="97868772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62F1DB-6BC9-4322-9265-915BDAC26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963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9636E"/>
                </a:solidFill>
                <a:latin typeface="Helvetica Neue"/>
                <a:ea typeface="Helvetica Neue"/>
                <a:cs typeface="Helvetica Neue"/>
              </a:rPr>
              <a:t>PGB Preview-pilot  |  PGB354-PPT-001  |  synthetische fixture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9FF9E6-B0B7-40DD-B294-9D76BB72C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36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7365D"/>
                </a:solidFill>
                <a:latin typeface="Helvetica Neue"/>
                <a:ea typeface="Helvetica Neue"/>
                <a:cs typeface="Helvetica Neue"/>
              </a:rPr>
              <a:t>Controlepunten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67FC71-6B1A-4D16-8486-722BD1EA6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00200"/>
            <a:ext cx="66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36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7365D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088E4A-327C-4FB7-8B1C-0B2723E2F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600200"/>
            <a:ext cx="9239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5181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15181D"/>
                </a:solidFill>
                <a:latin typeface="Helvetica Neue"/>
                <a:ea typeface="Helvetica Neue"/>
                <a:cs typeface="Helvetica Neue"/>
              </a:rPr>
              <a:t>De presentatie staat in de vergadering van oktober.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612FAE-787B-4D38-BFF2-2B35990C0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52700"/>
            <a:ext cx="66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36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7365D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6C86D2-98B9-4203-A085-DA68AC631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552700"/>
            <a:ext cx="9239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5181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15181D"/>
                </a:solidFill>
                <a:latin typeface="Helvetica Neue"/>
                <a:ea typeface="Helvetica Neue"/>
                <a:cs typeface="Helvetica Neue"/>
              </a:rPr>
              <a:t>Preview opent alle vier dia's.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E5E06A-6609-4FA5-80B9-B1699B499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05200"/>
            <a:ext cx="66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36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7365D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0ABC17-3A6E-442E-8CFA-50C106990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505200"/>
            <a:ext cx="9239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5181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15181D"/>
                </a:solidFill>
                <a:latin typeface="Helvetica Neue"/>
                <a:ea typeface="Helvetica Neue"/>
                <a:cs typeface="Helvetica Neue"/>
              </a:rPr>
              <a:t>Retrieval verwijst voor het antwoordfeit naar dia 3.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4EAAB0-BA55-421B-8E2E-BD6A7E3D1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57700"/>
            <a:ext cx="66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36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7365D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B13D82-BDC4-4713-B8EF-E7B96B865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57700"/>
            <a:ext cx="9239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5181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15181D"/>
                </a:solidFill>
                <a:latin typeface="Helvetica Neue"/>
                <a:ea typeface="Helvetica Neue"/>
                <a:cs typeface="Helvetica Neue"/>
              </a:rPr>
              <a:t>Auditbewijs bevat geen inhoud, URL of Microsoft-identifiers.</a:t>
            </a:r>
          </a:p>
        </p:txBody>
      </p:sp>
    </p:spTree>
    <p:extLst>
      <p:ext uri="{BB962C8B-B14F-4D97-AF65-F5344CB8AC3E}">
        <p14:creationId xmlns:p14="http://schemas.microsoft.com/office/powerpoint/2010/main" val="206247583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2026-09-16T06:36:34.9900000Z</dcterms:created>
  <dcterms:modified xsi:type="dcterms:W3CDTF">2026-09-16T06:36:34.9900000Z</dcterms:modified>
</coreProperties>
</file>