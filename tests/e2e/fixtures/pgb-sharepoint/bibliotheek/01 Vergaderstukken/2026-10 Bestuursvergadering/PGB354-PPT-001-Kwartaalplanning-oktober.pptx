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94bf29672a4266" /><Relationship Type="http://schemas.openxmlformats.org/officeDocument/2006/relationships/extended-properties" Target="/docProps/app.xml" Id="R9500f32ae9414cb8" /><Relationship Type="http://schemas.openxmlformats.org/officeDocument/2006/relationships/officeDocument" Target="/ppt/presentation.xml" Id="Rb2cb957dcf7545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ff242aa38c4a7f"/>
  </p:sldMasterIdLst>
  <p:notesMasterIdLst>
    <p:notesMasterId xmlns:r="http://schemas.openxmlformats.org/officeDocument/2006/relationships" r:id="R8e0a696967d8471e"/>
  </p:notesMasterIdLst>
  <p:sldIdLst>
    <p:sldId xmlns:r="http://schemas.openxmlformats.org/officeDocument/2006/relationships" id="256" r:id="R0e800e61da7242ca"/>
    <p:sldId xmlns:r="http://schemas.openxmlformats.org/officeDocument/2006/relationships" id="257" r:id="R5b29babc81284db8"/>
    <p:sldId xmlns:r="http://schemas.openxmlformats.org/officeDocument/2006/relationships" id="258" r:id="R5713f361362741ec"/>
    <p:sldId xmlns:r="http://schemas.openxmlformats.org/officeDocument/2006/relationships" id="259" r:id="R95da4e299f094b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524a6523554289" /><Relationship Type="http://schemas.openxmlformats.org/officeDocument/2006/relationships/slideMaster" Target="/ppt/slideMasters/slideMaster1.xml" Id="R56ff242aa38c4a7f" /><Relationship Type="http://schemas.openxmlformats.org/officeDocument/2006/relationships/notesMaster" Target="/ppt/notesMasters/notesMaster1.xml" Id="R8e0a696967d8471e" /><Relationship Type="http://schemas.openxmlformats.org/officeDocument/2006/relationships/presProps" Target="/ppt/presProps.xml" Id="Rc72de0e2eda84835" /><Relationship Type="http://schemas.openxmlformats.org/officeDocument/2006/relationships/tableStyles" Target="/ppt/tableStyles.xml" Id="Rdb6455551bb342de" /><Relationship Type="http://schemas.openxmlformats.org/officeDocument/2006/relationships/slide" Target="/ppt/slides/slide1.xml" Id="R0e800e61da7242ca" /><Relationship Type="http://schemas.openxmlformats.org/officeDocument/2006/relationships/slide" Target="/ppt/slides/slide2.xml" Id="R5b29babc81284db8" /><Relationship Type="http://schemas.openxmlformats.org/officeDocument/2006/relationships/slide" Target="/ppt/slides/slide3.xml" Id="R5713f361362741ec" /><Relationship Type="http://schemas.openxmlformats.org/officeDocument/2006/relationships/slide" Target="/ppt/slides/slide4.xml" Id="R95da4e299f094b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c6f2119fd44a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6c12acb17e4c36" /><Relationship Type="http://schemas.openxmlformats.org/officeDocument/2006/relationships/notesMaster" Target="/ppt/notesMasters/notesMaster1.xml" Id="R2cc01ad9da3848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b9f6f5772a43ec" /><Relationship Type="http://schemas.openxmlformats.org/officeDocument/2006/relationships/notesMaster" Target="/ppt/notesMasters/notesMaster1.xml" Id="R39e5f6de3d7245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a463f3d3d5477d" /><Relationship Type="http://schemas.openxmlformats.org/officeDocument/2006/relationships/notesMaster" Target="/ppt/notesMasters/notesMaster1.xml" Id="R0450d39d242e44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28ae01f74e4cd7" /><Relationship Type="http://schemas.openxmlformats.org/officeDocument/2006/relationships/notesMaster" Target="/ppt/notesMasters/notesMaster1.xml" Id="R46e4c6e1f435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Alle inhoud in deze presentatie is synthetische testdata en heeft geen betekenis buiten ticket 354.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 data zijn uitsluitend ontworpen voor reproduceerbare acceptatietests.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Canaryterm IJsvogelkompas 73. Verwachte broncode PGB354-PPT-001.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Controlelijst voor de PGB Preview-pilot.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6878d08ba44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ede3b045dd4296" /><Relationship Type="http://schemas.openxmlformats.org/officeDocument/2006/relationships/slideLayout" Target="/ppt/slideLayouts/slideLayout1.xml" Id="R79586a83374347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586a83374347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c5815ec3b4400" /><Relationship Type="http://schemas.openxmlformats.org/officeDocument/2006/relationships/notesSlide" Target="/ppt/notesSlides/notesSlide1.xml" Id="R483fa2cbb5af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3f95236c7499c" /><Relationship Type="http://schemas.openxmlformats.org/officeDocument/2006/relationships/notesSlide" Target="/ppt/notesSlides/notesSlide2.xml" Id="R29af9d01d5af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f8545cfcc4c81" /><Relationship Type="http://schemas.openxmlformats.org/officeDocument/2006/relationships/notesSlide" Target="/ppt/notesSlides/notesSlide3.xml" Id="R78d630604e204d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64c181f6a4d87" /><Relationship Type="http://schemas.openxmlformats.org/officeDocument/2006/relationships/notesSlide" Target="/ppt/notesSlides/notesSlide4.xml" Id="Rfb83a7cc2c534b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DEF18-D341-41E0-BC7A-85094AFA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PGB Preview-pilot  |  PGB354-PPT-001  |  synthetische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4EC87-E51C-4CA4-8069-CC699EAC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Kwartaalplanning oktober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2B7CF-18A7-4EEA-AEF1-02DDD2FF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Fixture voor lijst, preview, locator en fondsbrede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4275A-FD9B-492C-8102-F6217282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552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Doel PGB Preview-pilot</a:t>
            </a:r>
          </a:p>
          <a:p xmlns:a="http://schemas.openxmlformats.org/drawingml/2006/main">
            <a:pPr>
              <a:def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Eigenaar M365 pilotteam</a:t>
            </a:r>
          </a:p>
          <a:p xmlns:a="http://schemas.openxmlformats.org/drawingml/2006/main">
            <a:pPr>
              <a:def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Herziening 10 december 2026</a:t>
            </a:r>
          </a:p>
        </p:txBody>
      </p:sp>
    </p:spTree>
    <p:extLst>
      <p:ext uri="{BB962C8B-B14F-4D97-AF65-F5344CB8AC3E}">
        <p14:creationId xmlns:p14="http://schemas.microsoft.com/office/powerpoint/2010/main" val="1971050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35EEF-BB7E-4561-9B62-14F5D63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PGB Preview-pilot  |  PGB354-PPT-001  |  synthetische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684B0-57D1-4EF5-A473-FA7B4ED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Planning voor de acceptatieronde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484C4-C8A8-4227-B8C4-19F7FC94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14 oktober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3AF80-C1C6-4CC3-8917-BE331E6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Basisronde met lijst en preview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B3FD0-C3F4-4E4A-BAA9-77596729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20 oktober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0848C-0714-4B14-B4CF-7ADFC35D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051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Mutaties, versiecontrole en rechtenproef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50CF9-3D02-4B9A-BA61-23B36FB2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23 oktober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244C3-D1D1-407E-A3E9-71E28D8C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Oefenbesluit en volledige reset</a:t>
            </a:r>
          </a:p>
        </p:txBody>
      </p:sp>
    </p:spTree>
    <p:extLst>
      <p:ext uri="{BB962C8B-B14F-4D97-AF65-F5344CB8AC3E}">
        <p14:creationId xmlns:p14="http://schemas.microsoft.com/office/powerpoint/2010/main" val="909715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71C06-D1B7-4E0A-B63F-E8598B8E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PGB Preview-pilot  |  PGB354-PPT-001  |  synthetische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90BCC-8B6F-4B9F-86C8-CCB5598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Oefenbesluit IJsvogelkompas 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37729-9F07-46DD-AE1F-8B7DC38C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Verwacht antwoordfeit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DCA8F-D70E-415E-83D2-F8DFA22B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Het oefenbesluit voor IJsvogelkompas 73 staat gepland op 23 oktober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91C7D-D5C3-4199-BA9B-BF063C93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Verwachte locator: dia 3. Een fondsbrede vraag combineert dit feit met Koraalmaat 47 uit PGB354-DOC-001.</a:t>
            </a:r>
          </a:p>
        </p:txBody>
      </p:sp>
    </p:spTree>
    <p:extLst>
      <p:ext uri="{BB962C8B-B14F-4D97-AF65-F5344CB8AC3E}">
        <p14:creationId xmlns:p14="http://schemas.microsoft.com/office/powerpoint/2010/main" val="380691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424B6-8207-4F71-A245-9005BA68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PGB Preview-pilot  |  PGB354-PPT-001  |  synthetische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D8879-0579-4F35-88AC-D7264978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Controlepunten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D2E5F-748E-42F1-BDDE-619F1892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D57B-E9DB-46B2-9BF3-DB0C78F2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020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De presentatie staat in de vergadering van oktober.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FF9E4-1FEF-41F5-B0F5-9DFE2AA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88D39-BC09-4F15-B8B9-0464769B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5270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Preview opent alle vier dia's.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B149D-D0BA-479A-B342-606DAD70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CCDC6-8AA3-4A86-8FBB-B11C0EB5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0520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Retrieval verwijst voor het antwoordfeit naar dia 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05AD1-F8AA-4247-9BFD-7E4092E6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7CF05-5391-4860-B5DB-702297CC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181D"/>
                </a:solidFill>
                <a:latin typeface="Helvetica Neue"/>
                <a:ea typeface="Helvetica Neue"/>
                <a:cs typeface="Helvetica Neue"/>
              </a:rPr>
              <a:t>Auditbewijs bevat geen inhoud, URL of Microsoft-identifiers.</a:t>
            </a:r>
          </a:p>
        </p:txBody>
      </p:sp>
    </p:spTree>
    <p:extLst>
      <p:ext uri="{BB962C8B-B14F-4D97-AF65-F5344CB8AC3E}">
        <p14:creationId xmlns:p14="http://schemas.microsoft.com/office/powerpoint/2010/main" val="1592297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2026-09-10T09:35:04.6060000Z</dcterms:created>
  <dcterms:modified xsi:type="dcterms:W3CDTF">2026-09-10T09:35:04.6060000Z</dcterms:modified>
</coreProperties>
</file>